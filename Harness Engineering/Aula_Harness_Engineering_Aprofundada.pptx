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61" r:id="rId15"/>
    <p:sldId id="262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com a tese central: o modelo fornece capacidade cognitiva; o harness transforma essa capacidade em trabalho controlável, verificável e operável.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narrativa progride do vocabulário para os mecanismos e, finalmente, para medição e operação. Os checkpoints testam distinções conceituais, não memorização.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Apresentação deliberadamente centrada no papel docente e na abordagem desta aula, sem atribuir credenciais não fornecidas nos materiais.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aula avança da definição para mecanismos e operação. O foco não é uma biblioteca específica.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Peça respostas rápidas. A intenção é revelar que estado, limites, verificação e parada pertencem ao sistema ao redor do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Introduza a unidade conceitual: um LLM é componente probabilístico; um agente é um sistema que o envolve.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Harness Engineering surge ao tratar o LLM como componente de um sistema, e não como o sistema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equação é uma ferramenta de diagnóstico: tudo que não é inferência do modelo pertence ao entorno projetável.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há substituição. Um bom harness ainda precisa de instruções claras e loops corretos, mas não se reduz a nenhum deles.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teste conceitual é simples: qual dimensão foi deliberadamente projetada e como seu efeito foi verificado?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prompt influencia comportamento; o contrato estrutura decisões; a infraestrutura delimita o espaço real de 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Hooks são especialmente importantes porque inserem decisões determinísticas em pontos críticos do ciclo agêntico.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Insight do projeto Data &amp; AI: engenharia de dados estabelece a verdade operacional; o LLM transforma evidências em linguagem. Harness coordena a fronteira.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Dê um minuto. Peça justificativa pelo mecanismo, não apenas a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Framework pode incorporar um harness, mas a adoção do pacote não prova projeto deliberado.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núcleo teórico da aula. A interface continua sendo contrato de software, mas também passa a ser entrada para um decisor não determinístico.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mensagem de erro deixa de ser apenas diagnóstico posterior: ela pode determinar imediatamente a recuperação escolhida.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classificação não deve ser delegada a outro LLM quando regras confiáveis existem; isso preserva causalidade e previsibilidade.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pergunta diagnóstica é: onde estão escritas as proibições? Limites críticos exclusivamente no prompt produzem falsa segurança.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gate humano bem desenhado recebe objetivo, plano, mudanças, evidências e incertezas; não apenas um transcript bruto.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executa recuperação; context engineering decide precedência, recorte, ordem, proteção e coexistência com políticas e estado.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Nenhuma defesa isolada elimina injection. Use camadas: separação de papéis, sanitização, menor privilégio e validação antes da reentrada.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Insight do projeto Data &amp; AI: não envie dado cru ao modelo. Gates determinísticos reduzem ambiguidade, exposição e contexto contaminado.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tool deve dizer quando usar, quando não usar, o que retorna e como falha. O servidor valida tudo novamente.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Solicite respostas usando trajetória, gate, orçamento e isolamento.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ponto comum é não delegar ao modelo decisões arquiteturais explicitáveis.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 de agente mede uma trajetória executável. Operação garante que qualidade e segurança persistam sob mudanças e tráfego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Plan-before-act é especialmente útil antes de mutações externas. O plano pode ser validado por regras antes da execução.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Insight Data &amp; AI: Pydantic transforma resposta em contrato. Guardrails atuam antes, durante e depois da geração.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não substitui guardrails; nenhum dos dois substitui o harness. Documento errado ou desatualizado continua sendo risco de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LLM-as-judge pode complementar critérios subjetivos, mas requer calibração e não substitui validadores determinísticos disponíveis.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Escolha tarefas com margem de melhoria; efeitos de teto e piso escondem diferenças. Intercale condições para reduzir vieses de ordem e cache.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Insight Data &amp; AI: casos de ataques esperados entram na suíte. Isso detecta regressão, mas não substitui segurança, autorização e red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raiz comum é permitir que o modelo decida política de exceção, relevância, parada, julgamento ou coordenação sem controles externos.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o checklist como síntese, não como certificação binária. Maturidade depende do risco, horizonte e impacto do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Retome o arco: definição, mecanismos, evidência e operação.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como revisão oral. Peça formulações próprias.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Avalie compreensão de mecanismos, não memorização literal.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Ponte final: a implementação começa pelo diagnóstico do harness existente.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Feche retomando a pergunta inicial: o modelo vira agente quando um sistema ao redor preserva objetivo, governa ação, verifica resultado e aprende com regressões.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ALURA  ·  Skills &amp; Go  ·  AI Data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100" b="1">
                <a:solidFill>
                  <a:srgbClr val="B7C9E4"/>
                </a:solidFill>
                <a:latin typeface="Arial"/>
              </a:rPr>
              <a:t>Harness Engineering
com Inteligência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800" b="0">
                <a:solidFill>
                  <a:srgbClr val="B7C9E4"/>
                </a:solidFill>
                <a:latin typeface="Arial"/>
              </a:rPr>
              <a:t>Do prompt ao agente confiável: arquitetura, contexto, controle e avaliação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 / 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FFFFFF"/>
                </a:solidFill>
                <a:latin typeface="Arial"/>
              </a:rPr>
              <a:t>Mapa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1133856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B7C9E4"/>
                </a:solidFill>
                <a:latin typeface="Arial"/>
              </a:rPr>
              <a:t>Da definição à operação
• Fundamentos: Definição, fronteiras, cinco eixos e a inversão interface-contexto.
• Mecanismos: Loop de controle, engenharia de contexto, ferramentas, restrições e orquestração.
• Confiabilidade: Avaliação de trajetória, operação, antipadrões e checklist de maturidade.</a:t>
            </a:r>
            <a:endParaRPr sz="2000" b="0" dirty="0">
              <a:solidFill>
                <a:srgbClr val="B7C9E4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 /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Quem vai conduzir a aula?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 / 40</a:t>
            </a:r>
          </a:p>
        </p:txBody>
      </p:sp>
      <p:pic>
        <p:nvPicPr>
          <p:cNvPr id="14" name="Picture 13" descr="Pictur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737360"/>
            <a:ext cx="3383280" cy="3446519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11480" y="1737360"/>
            <a:ext cx="7498079" cy="4114800"/>
          </a:xfrm>
          <a:prstGeom prst="roundRect">
            <a:avLst>
              <a:gd name="adj" fmla="val 6000"/>
            </a:avLst>
          </a:prstGeom>
          <a:solidFill>
            <a:srgbClr val="0B3D6E"/>
          </a:solidFill>
          <a:ln w="19050">
            <a:solidFill>
              <a:srgbClr val="3D9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1965960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500" b="1">
                <a:solidFill>
                  <a:srgbClr val="6CB6FF"/>
                </a:solidFill>
                <a:latin typeface="Arial"/>
              </a:rPr>
              <a:t>Instrutor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331720"/>
            <a:ext cx="6949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2300" b="1">
                <a:solidFill>
                  <a:srgbClr val="FFFFFF"/>
                </a:solidFill>
                <a:latin typeface="Arial"/>
              </a:rPr>
              <a:t>Joaquim da Silva Barraca Filho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971800"/>
            <a:ext cx="6949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B7C9E4"/>
                </a:solidFill>
                <a:latin typeface="Arial"/>
              </a:rPr>
              <a:t>Coordenador de Dados e IA na Chaintech | Professor FIAP
Mais de 15 anos em dados e mercado financeiro. Especialista em Data &amp; AI, GenAI, RAG, AWS e aplicações corporativas de IA.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5183879"/>
            <a:ext cx="3383280" cy="109728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Objetivos de aprendizagem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Definir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Distinguir modelo, agente, framework, contexto, loop e harness.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Projetar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Reconhecer e combinar os cinco eixos de Harness Engineering.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Avaliar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Medir trajetória, custo, risco e regressão em produção.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4 /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Quando um modelo vira agente?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Capacidade linguística não basta
• Quem preserva o objetivo após muitos passos?
• Quem bloqueia uma ação proibida?
• Quem prova que o trabalho terminou?
• Quem decide quando parar?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5 /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900" b="1">
                <a:solidFill>
                  <a:srgbClr val="6CB6FF"/>
                </a:solidFill>
                <a:latin typeface="Arial"/>
              </a:rPr>
              <a:t>PARTE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100" b="1">
                <a:solidFill>
                  <a:srgbClr val="FFFFFF"/>
                </a:solidFill>
                <a:latin typeface="Arial"/>
              </a:rPr>
              <a:t>1. Definição e fronteiras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6 /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O prompt isolado não fecha o sistema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Variância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A mesma entrada pode produzir trajetórias diferentes; plausibilidade textual não equivale a correção.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Ausência de execução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O prompt não persiste estado, não valida externamente e não impõe permissões reais.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Ausência de regressão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Uma instrução não mede se mudanças futuras degradaram qualidade, custo ou segurança.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7 /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Agente = modelo + harness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Gera tokens, interpreta linguagem, propõe ações e seleciona ferramentas.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Harness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Monta contexto, executa tools, persiste estado, aplica limites, verifica resultados e registra trajetórias.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Agente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Sistema completo que realiza trabalho prolongado, recupera falhas e entrega resultado verificável.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8 / 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Prompt, loop e harness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Engenharia de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Projeta instruções, exemplos, formato e prioridades normativas.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Engenharia de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Projeta repetição, realimentação, estado e condição de parada.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Engenharia de harness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Contém as anteriores e acrescenta ferramentas, infraestrutura, orquestração, políticas executáveis, observabilidade e evals.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9 / 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Fronteiras que evitam erros de categoria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Fornece primitivas e runtime; não decide seus contratos, limites, gates ou critérios de sucesso.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Context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Governa o pacote informacional do modelo; é subsistema crítico, não o harness inteiro.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Uso de ferramenta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Instalar ou comparar produtos mede adoção; engenharia exige variar uma decisão identificável mantendo outras constantes.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10 / 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Eixos 1 a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1. System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Define papel, prioridades, limites consultivos, política de parada e uso esperado dos demais eixos.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2. Contrato de ferramentas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Define descrição, schema, sucesso, falha, timeout, idempotência e evidências devolvidas ao modelo.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3. Infraestrutura acoplada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Define filesystem, sandbox, rede, browser, runtimes, dependências e permissões realmente disponíveis.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11 / 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Eixos 4 e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4. Orquestração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Modela estados, transições, handoffs, especialização, roteamento e isolamento entre contextos.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5. Hooks e middleware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Interceptam eventos para compactar, registrar, validar, persistir, continuar ou bloquear saídas.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Critério experimental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Nomeie o eixo alterado, fixe os demais e meça mecanismo, resultado e custo.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12 / 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Dados determinísticos + geração probabilística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Base determinística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Qualidade, tipos, políticas e cálculos produzem evidência reproduzível antes do LLM.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Camada probabilística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O modelo interpreta contexto e redige, mas não deve inventar fatos nem substituir cálculos.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Papel do harness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Conecta as duas camadas com contratos, linhagem, validação e rastreabilidade.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13 /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500" b="1">
                <a:solidFill>
                  <a:srgbClr val="FFFFFF"/>
                </a:solidFill>
                <a:latin typeface="Arial"/>
              </a:rPr>
              <a:t>Checkpoint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6CB6FF"/>
                </a:solidFill>
                <a:latin typeface="Arial"/>
              </a:rPr>
              <a:t>Classifique as decisões antes de avançar.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1. Reescrever a descrição de uma tool altera qual eixo?
2. Instalar um framework, sem customização, já é Harness Engineering?
3. Uma proibição apenas no system prompt é executável?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14 / 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500" b="1">
                <a:solidFill>
                  <a:srgbClr val="FFFFFF"/>
                </a:solidFill>
                <a:latin typeface="Arial"/>
              </a:rPr>
              <a:t>Checkpoint 1 | Respostas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1. Contrato de ferramentas: a descrição roteia quando e como a tool será escolhida.
2. Não. Instalação é adoção; engenharia começa na decisão específica e mensurável.
3. Não. No prompt, a proibição é consultiva e depende da cooperação do modelo.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15 / 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900" b="1">
                <a:solidFill>
                  <a:srgbClr val="6CB6FF"/>
                </a:solidFill>
                <a:latin typeface="Arial"/>
              </a:rPr>
              <a:t>PARTE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100" b="1">
                <a:solidFill>
                  <a:srgbClr val="FFFFFF"/>
                </a:solidFill>
                <a:latin typeface="Arial"/>
              </a:rPr>
              <a:t>3. A inversão interface-contexto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16 / 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Interface também é contexto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Software determinístico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A interface orienta programadores e conecta componentes por regras predefinidas.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Sistema agêntico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Descrições e retornos entram na janela e influenciam a próxima decisão probabilística.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Consequência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Semântica, saliência, tamanho e momento do retorno tornam-se propriedades arquiteturais.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17 / 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Da falha genérica à recuperação orientada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73736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21992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1">
                <a:solidFill>
                  <a:srgbClr val="FFFFFF"/>
                </a:solidFill>
                <a:latin typeface="Arial"/>
              </a:rPr>
              <a:t>Detectar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79192"/>
            <a:ext cx="329184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Regra determinística classifica erro, timeout ou violação.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73736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9019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21992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1">
                <a:solidFill>
                  <a:srgbClr val="FFFFFF"/>
                </a:solidFill>
                <a:latin typeface="Arial"/>
              </a:rPr>
              <a:t>Estruturar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79192"/>
            <a:ext cx="329184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Retorno nomeia status, causa e evidência.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3736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9" y="190195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21992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1">
                <a:solidFill>
                  <a:srgbClr val="FFFFFF"/>
                </a:solidFill>
                <a:latin typeface="Arial"/>
              </a:rPr>
              <a:t>Orientar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679192"/>
            <a:ext cx="329184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Próxima ação permitida reduz adivinhação.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8862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050791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370831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1">
                <a:solidFill>
                  <a:srgbClr val="FFFFFF"/>
                </a:solidFill>
                <a:latin typeface="Arial"/>
              </a:rPr>
              <a:t>Executar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28031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Agente recupera, pede dados ou escala.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8862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4840" y="4050791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370831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1">
                <a:solidFill>
                  <a:srgbClr val="FFFFFF"/>
                </a:solidFill>
                <a:latin typeface="Arial"/>
              </a:rPr>
              <a:t>Persistir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828031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Estado registra falha, decisão e artefato.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8862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19" y="4050791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4370831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600" b="1">
                <a:solidFill>
                  <a:srgbClr val="FFFFFF"/>
                </a:solidFill>
                <a:latin typeface="Arial"/>
              </a:rPr>
              <a:t>Medir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4828031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B7C9E4"/>
                </a:solidFill>
                <a:latin typeface="Arial"/>
              </a:rPr>
              <a:t>Turnos, reincidência e falha terminal entram no trace.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18 / 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Consultivo versus executável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Arial"/>
              </a:rPr>
              <a:t>Onde a proibição realmente vive?
• Restrição consultiva: Está em linguagem natural e depende da interpretação e cooperação do modelo.
• Restrição executável: Está no servidor, policy engine, sandbox ou contrato e bloqueia independentemente do modelo.
• Defesa em camadas: Prompt orienta; autenticação, autorização, validação e isolamento garantem.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19 / 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Anatomia de um loop controlado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Parada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Combine sucesso verificável, teto de turnos, tempo, custo e risco.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Estado externo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Persista objetivo, plano, artefatos, decisões e pendências fora da janela.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Gate humano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Exija aprovação para ambiguidade material, alto impacto ou ação irreversível.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20 / 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Context engineering como disciplina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Selecionar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Recupere apenas a evidência necessária à decisão atual.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Comprimir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Preserve decisões e descarte histórico sem valor operacional.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Isolar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Dê contexto próprio a subtarefas e devolva conclusão estruturada.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21 / 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Três riscos de contexto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Context rot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Ruído acumulado compete com sinal, induz repetição e enfraquece o objetivo.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Memórias misturadas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Trabalho, sessão e longo prazo exigem ciclos, armazenamento e carregamento distintos.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Prompt injection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Conteúdo não confiável deve permanecer dado, com papéis delimitados e saídas validadas.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22 / 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Contexto confiável começa antes do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Arial"/>
              </a:rPr>
              <a:t>Qualidade e privacidade são gates de promoção
• Qualidade: Completude, validade, unicidade e integridade devem ser mensuráveis.
• Privacidade: Minimize dados e remova PII antes de montar o contexto.
• Linhagem: Fonte, versão e metadados tornam evidência auditável e citável.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23 / 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Tool design para agentes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Schema claro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Tipos, campos obrigatórios, limites e exemplos reduzem chamadas ambíguas.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Semântica estreita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Tools pequenas compõem melhor que mega-tools com múltiplas intenções e retornos enormes.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Operação segura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Timeout, idempotência, auditoria, menor privilégio e fallback controlam efeitos e recuperação.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24 / 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500" b="1">
                <a:solidFill>
                  <a:srgbClr val="FFFFFF"/>
                </a:solidFill>
                <a:latin typeface="Arial"/>
              </a:rPr>
              <a:t>Checkpoint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6CB6FF"/>
                </a:solidFill>
                <a:latin typeface="Arial"/>
              </a:rPr>
              <a:t>Diagnostique a arquitetura.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1. Resultado correto após dez chamadas inúteis representa sucesso completo?
2. Qual mecanismo deve impedir um loop infinito?
3. Quando um subagente é justificável?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25 / 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500" b="1">
                <a:solidFill>
                  <a:srgbClr val="FFFFFF"/>
                </a:solidFill>
                <a:latin typeface="Arial"/>
              </a:rPr>
              <a:t>Checkpoint 2 | Respostas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1. Não. A saída pode estar correta, mas a trajetória foi cara, instável ou arriscada.
2. Gate determinístico combinado com tetos de turnos, tempo, custo e risco.
3. Quando especialização, paralelismo ou isolamento superam o custo de coordenação.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26 / 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11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900" b="1">
                <a:solidFill>
                  <a:srgbClr val="6CB6FF"/>
                </a:solidFill>
                <a:latin typeface="Arial"/>
              </a:rPr>
              <a:t>PARTE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51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3100" b="1">
                <a:solidFill>
                  <a:srgbClr val="FFFFFF"/>
                </a:solidFill>
                <a:latin typeface="Arial"/>
              </a:rPr>
              <a:t>8. Avaliação e operação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27 / 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Grafo operacional mínimo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Planejar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Objetivo, pré-condições, passos, riscos e conclusão.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Executar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Capacidades autorizadas com argumentos e efeitos registrados.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Validar e retomar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Gate externo, checkpoint, transição válida ou escalonamento.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28 / 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Contrato de saída estruturada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Campos, tipos e enums substituem parsing frágil de texto livre.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Evidência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Fontes, confiança, método e identificadores acompanham a resposta.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Validators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Bloqueiam PII, fontes não autorizadas e estados incompatíveis.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29 / 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RAG, guardrails e harness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Responde com base em quê: recupera conhecimento rastreável.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Responde o que é permitido: controla entrada, fontes e formato.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Harness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Coordena contexto, tools, estado, limites, verificação e ciclo de vida.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30 / 40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Avaliação: do laboratório à produção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Golden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Casos positivos, negativos e adversariais versionados.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CI e canary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Regressão bloqueada antes do merge e impacto limitado no rollout.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Observabilidade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Trace conecta contexto, tools, políticas, custo e decisão.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31 / 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Experimento de harness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Fixar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Modelo, tarefas, orçamento, loop, temperatura e ambiente.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Variar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Um eixo por vez, com hipótese e mecanismo declarados.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Medir e explicar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Sucesso, turnos, custo, estabilidade e resultados nulos.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32 / 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Ataques também são regressões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PII, injection e fora de escopo devem ser bloqueados cedo.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Contexto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Somente fontes permitidas, versionadas e sanitizadas.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Saída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Schema e validators impedem vazamento e resposta sem evidência.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33 / 40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Antipadrões que denunciam fragilidade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Prompt inflado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Cada exceção vira instrução, sem corrigir contrato ou política.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Auto-verificação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O mesmo raciocínio gerador torna-se o único juiz.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Complexidade sem controle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Loop infinito, memória ilimitada e agentes decorativos ampliam ruído.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34 /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Checklist de maturidade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Estado e controle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Objetivo externo, checkpoints, orçamento, gates e escalonamento.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Contrato e evidência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Falhas tipadas, fontes, versões, schemas e rastreabilidade.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66160" cy="3931920"/>
          </a:xfrm>
          <a:prstGeom prst="roundRect">
            <a:avLst>
              <a:gd name="adj" fmla="val 8000"/>
            </a:avLst>
          </a:prstGeom>
          <a:solidFill>
            <a:srgbClr val="0A2A52"/>
          </a:solidFill>
          <a:ln w="15875">
            <a:solidFill>
              <a:srgbClr val="167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3879" y="19933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>
                <a:solidFill>
                  <a:srgbClr val="6CB6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2313432"/>
            <a:ext cx="3200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700" b="1">
                <a:solidFill>
                  <a:srgbClr val="FFFFFF"/>
                </a:solidFill>
                <a:latin typeface="Arial"/>
              </a:rPr>
              <a:t>Operação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2770632"/>
            <a:ext cx="3200400" cy="280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B7C9E4"/>
                </a:solidFill>
                <a:latin typeface="Arial"/>
              </a:rPr>
              <a:t>Evals versionadas, CI, canary, observabilidade e rollback.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35 / 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Resumo da aula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Arial"/>
              </a:rPr>
              <a:t>• Agente é modelo mais harness.
• Harness se projeta em cinco eixos mensuráveis.
• Interface agêntica também é contexto para a próxima decisão.
• Loop, contexto, tools e restrições precisam de controle externo.
• Dados confiáveis e saída estruturada reduzem ambiguidade.
• Eval de trajetória fecha o ciclo de confiabilidade.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36 / 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500" b="1">
                <a:solidFill>
                  <a:srgbClr val="FFFFFF"/>
                </a:solidFill>
                <a:latin typeface="Arial"/>
              </a:rPr>
              <a:t>Quiz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6CB6FF"/>
                </a:solidFill>
                <a:latin typeface="Arial"/>
              </a:rPr>
              <a:t>30 segundos por pergunta.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1. Qual a diferença entre modelo, framework e harness?
2. Quais são os cinco eixos?
3. Por que interface vira contexto?
4. O que torna uma restrição executável?
5. Por que avaliar trajetória e não só resposta?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37 / 40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500" b="1">
                <a:solidFill>
                  <a:srgbClr val="FFFFFF"/>
                </a:solidFill>
                <a:latin typeface="Arial"/>
              </a:rPr>
              <a:t>Quiz final | Respostas esperadas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1133856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1. Modelo gera; framework fornece primitivas; harness projeta o sistema.
2. System prompt, tools, infraestrutura, orquestração, hooks.
3. Descrições e retornos influenciam a próxima decisão probabilística.
4. Ela é imposta fora do modelo, no ponto de execução.
5. Porque custo, risco e estabilidade pertencem ao caminho.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38 / 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E3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7315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 b="1">
                <a:solidFill>
                  <a:srgbClr val="6CB6FF"/>
                </a:solidFill>
                <a:latin typeface="Arial"/>
              </a:rPr>
              <a:t>ALURA  ·  Skills &amp;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7315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B7C9E4"/>
                </a:solidFill>
                <a:latin typeface="Arial"/>
              </a:rPr>
              <a:t>AI Data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600" b="1">
                <a:solidFill>
                  <a:srgbClr val="FFFFFF"/>
                </a:solidFill>
                <a:latin typeface="Arial"/>
              </a:rPr>
              <a:t>Da teoria para a implementação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11338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FFFFFF"/>
                </a:solidFill>
                <a:latin typeface="Arial"/>
              </a:rPr>
              <a:t>• Mapeie os cinco eixos do sistema atual.
• Identifique decisões críticas ainda delegadas ao modelo.
• Transforme falhas históricas em casos de regressão.
• Mova restrições sensíveis para camadas executáveis.
• Meça sucesso, turnos, custo e intervenção.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39 / 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7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700" b="1">
                <a:solidFill>
                  <a:srgbClr val="FFFFFF"/>
                </a:solidFill>
                <a:latin typeface="Arial"/>
              </a:rPr>
              <a:t>Obrigado
Harness Engineering: o modelo tem a inteligência; o harness a torna útil.</a:t>
            </a:r>
            <a:endParaRPr sz="40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 b="0">
                <a:solidFill>
                  <a:srgbClr val="B7C9E4"/>
                </a:solidFill>
                <a:latin typeface="Arial"/>
              </a:rPr>
              <a:t>Harness Engineering · Do Prompt ao Agente Confiável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465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B7C9E4"/>
                </a:solidFill>
                <a:latin typeface="Arial"/>
              </a:rPr>
              <a:t>40 / 40</a:t>
            </a:r>
          </a:p>
        </p:txBody>
      </p:sp>
      <p:pic>
        <p:nvPicPr>
          <p:cNvPr id="7" name="QR Code Feedback" descr="c__Users_FIAP_AppData_Roaming_Cursor_User_workspaceStorage_empty-window_images_WhatsApp_Image_2026-08-17_at_18.53.54-322f1527-09f2-44ae-9294-8843e06bb1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971" y="1578893"/>
            <a:ext cx="2331720" cy="2331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2885</Words>
  <Application>Microsoft Office PowerPoint</Application>
  <PresentationFormat>Widescreen</PresentationFormat>
  <Paragraphs>501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Joaquim da Silva Barraca Filho</cp:lastModifiedBy>
  <cp:revision>5</cp:revision>
  <dcterms:created xsi:type="dcterms:W3CDTF">2013-01-27T09:14:16Z</dcterms:created>
  <dcterms:modified xsi:type="dcterms:W3CDTF">2026-09-15T00:57:24Z</dcterms:modified>
  <cp:category/>
</cp:coreProperties>
</file>